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Content</a:t>
            </a:r>
          </a:p>
        </p:txBody>
      </p:sp>
      <p:sp>
        <p:nvSpPr>
          <p:cNvPr id="3" name="TextBox 2"/>
          <p:cNvSpPr txBox="1"/>
          <p:nvPr/>
        </p:nvSpPr>
        <p:spPr>
          <a:xfrm rot="18900000"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DCDCDC"/>
                </a:solidFill>
                <a:latin typeface="Arial"/>
              </a:defRPr>
            </a:pPr>
            <a:r>
              <a:t>Smart Document Mangement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Content</a:t>
            </a:r>
          </a:p>
        </p:txBody>
      </p:sp>
      <p:sp>
        <p:nvSpPr>
          <p:cNvPr id="3" name="TextBox 2"/>
          <p:cNvSpPr txBox="1"/>
          <p:nvPr/>
        </p:nvSpPr>
        <p:spPr>
          <a:xfrm rot="18900000">
            <a:off x="914400" y="2514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DCDCDC"/>
                </a:solidFill>
                <a:latin typeface="Arial"/>
              </a:defRPr>
            </a:pPr>
            <a:r>
              <a:t>Smart Document Mangement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